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Fira Sans" charset="0"/>
      <p:regular r:id="rId14"/>
      <p:bold r:id="rId15"/>
      <p:italic r:id="rId16"/>
      <p:boldItalic r:id="rId17"/>
    </p:embeddedFont>
    <p:embeddedFont>
      <p:font typeface="Marcellus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61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8" roundtripDataSignature="AMtx7miUfj2Zcl/98YbbylcoY+O6WfCW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D71"/>
    <a:srgbClr val="F2F2F2"/>
    <a:srgbClr val="D5F828"/>
    <a:srgbClr val="4472C4"/>
    <a:srgbClr val="E14743"/>
    <a:srgbClr val="FF6969"/>
    <a:srgbClr val="49A50B"/>
    <a:srgbClr val="1C879C"/>
    <a:srgbClr val="5E60C2"/>
    <a:srgbClr val="C4C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E1C0AF1-BE56-44B4-ADF2-E3A76020D510}">
  <a:tblStyle styleId="{1E1C0AF1-BE56-44B4-ADF2-E3A76020D510}" styleName="Table_0">
    <a:wholeTbl>
      <a:tcTxStyle b="off" i="off">
        <a:font>
          <a:latin typeface="Fira Sans"/>
          <a:ea typeface="Fira Sans"/>
          <a:cs typeface="Fira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0AB5134-79C5-4A78-93EA-4AE2E9C4104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D33542-5A3D-43B4-9FE6-77F4D52E408F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F3E337-99B2-4A2E-B937-D0C024B0EAE6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90"/>
      </p:cViewPr>
      <p:guideLst>
        <p:guide orient="horz" pos="2160"/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171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70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168" Type="http://customschemas.google.com/relationships/presentationmetadata" Target="metadata"/><Relationship Id="rId1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8205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82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1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51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51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" name="Google Shape;17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6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" name="Google Shape;64;p5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6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600"/>
              <a:buFont typeface="Marcellus"/>
              <a:buNone/>
              <a:defRPr sz="3600" b="0" i="0" u="none" strike="noStrike" cap="none">
                <a:solidFill>
                  <a:srgbClr val="A42530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0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50" descr="A black and red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12" y="70072"/>
            <a:ext cx="2454684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50" descr="Graphical user interface, text, applicati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76478" y="26528"/>
            <a:ext cx="972000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/>
        </p:nvSpPr>
        <p:spPr>
          <a:xfrm>
            <a:off x="41289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8759455" y="64476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fld>
            <a:endParaRPr sz="12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80375" y="2241342"/>
            <a:ext cx="17315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Times New Roman" panose="02020603050405020304" pitchFamily="18" charset="0"/>
              </a:rPr>
              <a:t>Chapter 5</a:t>
            </a:r>
            <a:endParaRPr lang="en-I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09-DALLE-2-ppt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805" y="1159982"/>
            <a:ext cx="7537269" cy="448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2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230" y="267304"/>
            <a:ext cx="6435253" cy="5010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10261" y="1408488"/>
            <a:ext cx="7248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Text Understanding (Transformer + Self-Attention)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89" y="2153869"/>
            <a:ext cx="6679016" cy="416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3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678" y="629265"/>
            <a:ext cx="2960145" cy="12152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198" y="1844482"/>
            <a:ext cx="5405802" cy="1659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25540" y="3682707"/>
            <a:ext cx="5314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Image </a:t>
            </a:r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Generation :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Models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238" y="4567415"/>
            <a:ext cx="4765722" cy="143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4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71" y="3101966"/>
            <a:ext cx="5397777" cy="3492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790" y="4040477"/>
            <a:ext cx="5283289" cy="1641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80" y="996292"/>
            <a:ext cx="7036618" cy="13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66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549" y="919025"/>
            <a:ext cx="8647611" cy="496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966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046" y="1655717"/>
            <a:ext cx="7116354" cy="3922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15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4279</TotalTime>
  <Words>22</Words>
  <Application>Microsoft Office PowerPoint</Application>
  <PresentationFormat>Custom</PresentationFormat>
  <Paragraphs>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Fira Sans</vt:lpstr>
      <vt:lpstr>Times New Roman</vt:lpstr>
      <vt:lpstr>Marcellus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Somaiya Vidyavihar University, MUMBAI   K J Somaiya School of Engineering    Department of Electronics engineering</dc:title>
  <dc:creator>etrx_pcb</dc:creator>
  <cp:lastModifiedBy>Admin</cp:lastModifiedBy>
  <cp:revision>422</cp:revision>
  <dcterms:modified xsi:type="dcterms:W3CDTF">2026-04-23T03:22:08Z</dcterms:modified>
</cp:coreProperties>
</file>